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71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75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62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22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74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92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03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3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56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85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2367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649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1061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772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395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36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540BF-4CF0-4A5D-8867-8ED3CD9CAD75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C8AC97B-39D2-4C87-964D-CBE74DB60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24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9A0-A90B-B640-3BBE-A85FA0996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2727" y="2404531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dirty="0"/>
              <a:t> INTRO(VIDEO) </a:t>
            </a:r>
            <a:br>
              <a:rPr lang="en-US" dirty="0"/>
            </a:br>
            <a:r>
              <a:rPr lang="en-US" dirty="0"/>
              <a:t>2 MIN – VIDEO </a:t>
            </a:r>
            <a:br>
              <a:rPr lang="en-US" dirty="0"/>
            </a:br>
            <a:r>
              <a:rPr lang="en-US" dirty="0"/>
              <a:t>3MIN –SPEAKER</a:t>
            </a:r>
            <a:br>
              <a:rPr lang="en-US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12F0F-A952-A9BB-ECDB-B45F324D3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 TIME INTRO -5 MIN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00EC0-463D-6D6C-4C62-B04B1EDBD018}"/>
              </a:ext>
            </a:extLst>
          </p:cNvPr>
          <p:cNvSpPr txBox="1"/>
          <p:nvPr/>
        </p:nvSpPr>
        <p:spPr>
          <a:xfrm>
            <a:off x="979714" y="269421"/>
            <a:ext cx="6033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Iran-israel:fuel</a:t>
            </a:r>
            <a:r>
              <a:rPr lang="en-US" sz="3600" dirty="0"/>
              <a:t> </a:t>
            </a:r>
            <a:r>
              <a:rPr lang="en-US" sz="3600" dirty="0" err="1"/>
              <a:t>crisi</a:t>
            </a:r>
            <a:r>
              <a:rPr lang="en-GB" sz="3600" dirty="0"/>
              <a:t>s    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4868014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4332CA9-D624-F6BA-A69C-40BFF515698B}"/>
              </a:ext>
            </a:extLst>
          </p:cNvPr>
          <p:cNvSpPr/>
          <p:nvPr/>
        </p:nvSpPr>
        <p:spPr>
          <a:xfrm>
            <a:off x="-952835" y="3931920"/>
            <a:ext cx="3962041" cy="39083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82143-BAFE-98AB-BECB-AA60BF26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9" y="4364181"/>
            <a:ext cx="2895119" cy="3084022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israels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domination in middle east </a:t>
            </a:r>
            <a:b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endParaRPr lang="en-GB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7C114-2AC1-E4E6-E8F0-5BD6AC31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4530436"/>
            <a:ext cx="1044402" cy="1510926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7FAAEA1-DA27-15DD-C6CA-402A1071FA2E}"/>
              </a:ext>
            </a:extLst>
          </p:cNvPr>
          <p:cNvSpPr/>
          <p:nvPr/>
        </p:nvSpPr>
        <p:spPr>
          <a:xfrm rot="11711270">
            <a:off x="10294852" y="2134959"/>
            <a:ext cx="2637064" cy="2588079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9A2E2-26DC-5A61-FA67-23F4E6BF61FF}"/>
              </a:ext>
            </a:extLst>
          </p:cNvPr>
          <p:cNvSpPr txBox="1"/>
          <p:nvPr/>
        </p:nvSpPr>
        <p:spPr>
          <a:xfrm>
            <a:off x="10736112" y="3367786"/>
            <a:ext cx="2488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Present</a:t>
            </a:r>
          </a:p>
          <a:p>
            <a:endParaRPr lang="en-GB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E5ED2-8928-8FFF-9A24-174BABC746D4}"/>
              </a:ext>
            </a:extLst>
          </p:cNvPr>
          <p:cNvSpPr txBox="1"/>
          <p:nvPr/>
        </p:nvSpPr>
        <p:spPr>
          <a:xfrm>
            <a:off x="4430684" y="739833"/>
            <a:ext cx="3616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Stable economy </a:t>
            </a:r>
          </a:p>
          <a:p>
            <a:r>
              <a:rPr lang="en-US" dirty="0"/>
              <a:t>Budget</a:t>
            </a:r>
          </a:p>
          <a:p>
            <a:r>
              <a:rPr lang="en-US" dirty="0" err="1"/>
              <a:t>Irans</a:t>
            </a:r>
            <a:r>
              <a:rPr lang="en-US" dirty="0"/>
              <a:t> stand tall</a:t>
            </a:r>
          </a:p>
          <a:p>
            <a:r>
              <a:rPr lang="en-US" dirty="0"/>
              <a:t>Bombing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E8216-A7E5-21DA-9E33-789335B574CC}"/>
              </a:ext>
            </a:extLst>
          </p:cNvPr>
          <p:cNvSpPr txBox="1"/>
          <p:nvPr/>
        </p:nvSpPr>
        <p:spPr>
          <a:xfrm>
            <a:off x="2917998" y="3259722"/>
            <a:ext cx="4583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Videooooooo</a:t>
            </a:r>
            <a:r>
              <a:rPr lang="en-US" dirty="0"/>
              <a:t>----4 m-5 mins\</a:t>
            </a:r>
          </a:p>
          <a:p>
            <a:r>
              <a:rPr lang="en-US" dirty="0"/>
              <a:t>Speaker -5 min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45131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2143-BAFE-98AB-BECB-AA60BF26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rise of </a:t>
            </a:r>
            <a:r>
              <a:rPr lang="en-US" dirty="0" err="1"/>
              <a:t>iran</a:t>
            </a:r>
            <a:r>
              <a:rPr lang="en-US" dirty="0"/>
              <a:t> </a:t>
            </a:r>
            <a:r>
              <a:rPr lang="en-US" dirty="0" err="1"/>
              <a:t>israel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prologue______6 min</a:t>
            </a:r>
            <a:br>
              <a:rPr lang="en-US" dirty="0"/>
            </a:br>
            <a:r>
              <a:rPr lang="en-US" dirty="0"/>
              <a:t>   slide 12-14 slide]</a:t>
            </a:r>
            <a:br>
              <a:rPr lang="en-US" dirty="0"/>
            </a:br>
            <a:r>
              <a:rPr lang="en-US" dirty="0"/>
              <a:t>  3 clip video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‘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7C114-2AC1-E4E6-E8F0-5BD6AC31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4530436"/>
            <a:ext cx="1044402" cy="1510926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7FAAEA1-DA27-15DD-C6CA-402A1071FA2E}"/>
              </a:ext>
            </a:extLst>
          </p:cNvPr>
          <p:cNvSpPr/>
          <p:nvPr/>
        </p:nvSpPr>
        <p:spPr>
          <a:xfrm>
            <a:off x="10761719" y="-259105"/>
            <a:ext cx="2637064" cy="258807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9A2E2-26DC-5A61-FA67-23F4E6BF61FF}"/>
              </a:ext>
            </a:extLst>
          </p:cNvPr>
          <p:cNvSpPr txBox="1"/>
          <p:nvPr/>
        </p:nvSpPr>
        <p:spPr>
          <a:xfrm>
            <a:off x="10829185" y="573269"/>
            <a:ext cx="1587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2">
                    <a:lumMod val="75000"/>
                  </a:schemeClr>
                </a:solidFill>
              </a:rPr>
              <a:t>past</a:t>
            </a:r>
            <a:endParaRPr lang="en-GB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591A692-E26A-1D6C-8395-B586CF281550}"/>
              </a:ext>
            </a:extLst>
          </p:cNvPr>
          <p:cNvGrpSpPr/>
          <p:nvPr/>
        </p:nvGrpSpPr>
        <p:grpSpPr>
          <a:xfrm>
            <a:off x="-652702" y="4505586"/>
            <a:ext cx="3570700" cy="3624260"/>
            <a:chOff x="-652702" y="4505586"/>
            <a:chExt cx="3570700" cy="3624260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09FE38FF-03F3-F354-8AB4-2110E9B32D82}"/>
                </a:ext>
              </a:extLst>
            </p:cNvPr>
            <p:cNvSpPr/>
            <p:nvPr/>
          </p:nvSpPr>
          <p:spPr>
            <a:xfrm>
              <a:off x="-652702" y="4505586"/>
              <a:ext cx="3005203" cy="307155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C2B6D4E6-02BB-41A0-7E9E-278278BDF964}"/>
                </a:ext>
              </a:extLst>
            </p:cNvPr>
            <p:cNvSpPr txBox="1">
              <a:spLocks/>
            </p:cNvSpPr>
            <p:nvPr/>
          </p:nvSpPr>
          <p:spPr>
            <a:xfrm>
              <a:off x="-87205" y="4799213"/>
              <a:ext cx="3005203" cy="333063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36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b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 lang="en-US" dirty="0" err="1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iran-israel</a:t>
              </a:r>
              <a:endParaRPr lang="en-GB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714324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Single Corner Rounded 15">
            <a:extLst>
              <a:ext uri="{FF2B5EF4-FFF2-40B4-BE49-F238E27FC236}">
                <a16:creationId xmlns:a16="http://schemas.microsoft.com/office/drawing/2014/main" id="{7E5D6336-825B-465A-48A6-76A26A47399F}"/>
              </a:ext>
            </a:extLst>
          </p:cNvPr>
          <p:cNvSpPr/>
          <p:nvPr/>
        </p:nvSpPr>
        <p:spPr>
          <a:xfrm>
            <a:off x="3892000" y="4215962"/>
            <a:ext cx="3873732" cy="2111433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4332CA9-D624-F6BA-A69C-40BFF515698B}"/>
              </a:ext>
            </a:extLst>
          </p:cNvPr>
          <p:cNvSpPr/>
          <p:nvPr/>
        </p:nvSpPr>
        <p:spPr>
          <a:xfrm>
            <a:off x="739833" y="989215"/>
            <a:ext cx="3616036" cy="373382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82143-BAFE-98AB-BECB-AA60BF26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600" y="1266305"/>
            <a:ext cx="3005203" cy="3330633"/>
          </a:xfrm>
        </p:spPr>
        <p:txBody>
          <a:bodyPr>
            <a:normAutofit/>
          </a:bodyPr>
          <a:lstStyle/>
          <a:p>
            <a:b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iran-israel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conflict and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usa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shadow hand</a:t>
            </a:r>
            <a:endParaRPr lang="en-GB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7C114-2AC1-E4E6-E8F0-5BD6AC31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4530436"/>
            <a:ext cx="1044402" cy="1510926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7FAAEA1-DA27-15DD-C6CA-402A1071FA2E}"/>
              </a:ext>
            </a:extLst>
          </p:cNvPr>
          <p:cNvSpPr/>
          <p:nvPr/>
        </p:nvSpPr>
        <p:spPr>
          <a:xfrm rot="14491257">
            <a:off x="10578838" y="2134959"/>
            <a:ext cx="2637064" cy="2588079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9A2E2-26DC-5A61-FA67-23F4E6BF61FF}"/>
              </a:ext>
            </a:extLst>
          </p:cNvPr>
          <p:cNvSpPr txBox="1"/>
          <p:nvPr/>
        </p:nvSpPr>
        <p:spPr>
          <a:xfrm>
            <a:off x="10736112" y="3259722"/>
            <a:ext cx="2488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Past+present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GB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FD97F-C7F0-5FCE-FAE8-8B11C7B0463A}"/>
              </a:ext>
            </a:extLst>
          </p:cNvPr>
          <p:cNvSpPr/>
          <p:nvPr/>
        </p:nvSpPr>
        <p:spPr>
          <a:xfrm>
            <a:off x="5465973" y="673331"/>
            <a:ext cx="3000895" cy="3308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D7392-32F8-9F9C-B660-9E11BA002341}"/>
              </a:ext>
            </a:extLst>
          </p:cNvPr>
          <p:cNvSpPr txBox="1"/>
          <p:nvPr/>
        </p:nvSpPr>
        <p:spPr>
          <a:xfrm>
            <a:off x="5600469" y="989215"/>
            <a:ext cx="32861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WW2</a:t>
            </a:r>
          </a:p>
          <a:p>
            <a:r>
              <a:rPr lang="en-US" dirty="0"/>
              <a:t>Treaty sign()nuclear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4988C-EA5B-5ED3-18BA-1AEC1729B196}"/>
              </a:ext>
            </a:extLst>
          </p:cNvPr>
          <p:cNvSpPr txBox="1"/>
          <p:nvPr/>
        </p:nvSpPr>
        <p:spPr>
          <a:xfrm>
            <a:off x="5681229" y="2097211"/>
            <a:ext cx="3124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5mins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F9AB6-52CB-8DB3-F2FA-B13762A717D3}"/>
              </a:ext>
            </a:extLst>
          </p:cNvPr>
          <p:cNvSpPr txBox="1"/>
          <p:nvPr/>
        </p:nvSpPr>
        <p:spPr>
          <a:xfrm>
            <a:off x="4158987" y="4477402"/>
            <a:ext cx="32409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Iran war </a:t>
            </a:r>
            <a:r>
              <a:rPr lang="en-US" dirty="0" err="1"/>
              <a:t>usa</a:t>
            </a:r>
            <a:r>
              <a:rPr lang="en-US" dirty="0"/>
              <a:t> treaty </a:t>
            </a:r>
            <a:r>
              <a:rPr lang="en-US" dirty="0" err="1"/>
              <a:t>dtrump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 </a:t>
            </a:r>
            <a:r>
              <a:rPr lang="en-US" dirty="0" err="1"/>
              <a:t>usa</a:t>
            </a:r>
            <a:r>
              <a:rPr lang="en-US" dirty="0"/>
              <a:t> is trying to negotiate</a:t>
            </a:r>
          </a:p>
          <a:p>
            <a:r>
              <a:rPr lang="en-GB" dirty="0"/>
              <a:t>The clashes upon </a:t>
            </a:r>
            <a:r>
              <a:rPr lang="en-GB" dirty="0" err="1"/>
              <a:t>usa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40928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0C433F7F-5F1A-8DC8-4DC7-1172F2AC5FDE}"/>
              </a:ext>
            </a:extLst>
          </p:cNvPr>
          <p:cNvSpPr/>
          <p:nvPr/>
        </p:nvSpPr>
        <p:spPr>
          <a:xfrm rot="10599309">
            <a:off x="8485460" y="2324703"/>
            <a:ext cx="3507971" cy="3034146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41A97-B730-86C7-03B0-2FFEB9C1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23" y="427928"/>
            <a:ext cx="11658753" cy="1320800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causalities</a:t>
            </a:r>
            <a:endParaRPr lang="en-GB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F8501-567C-9BA8-E351-84D1B2E61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F367A49-58D5-A342-00B0-FC5DBEDCC4E8}"/>
              </a:ext>
            </a:extLst>
          </p:cNvPr>
          <p:cNvSpPr/>
          <p:nvPr/>
        </p:nvSpPr>
        <p:spPr>
          <a:xfrm>
            <a:off x="-1865540" y="2280339"/>
            <a:ext cx="3731079" cy="364127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203A8-D746-1015-71BF-4DACB64E7DFA}"/>
              </a:ext>
            </a:extLst>
          </p:cNvPr>
          <p:cNvSpPr txBox="1"/>
          <p:nvPr/>
        </p:nvSpPr>
        <p:spPr>
          <a:xfrm>
            <a:off x="111552" y="3223811"/>
            <a:ext cx="20663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Fuel crisis</a:t>
            </a:r>
          </a:p>
          <a:p>
            <a:endParaRPr lang="en-GB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C14EC-DEBE-4840-2528-A1B1AD84CF5D}"/>
              </a:ext>
            </a:extLst>
          </p:cNvPr>
          <p:cNvSpPr txBox="1"/>
          <p:nvPr/>
        </p:nvSpPr>
        <p:spPr>
          <a:xfrm>
            <a:off x="3814874" y="1990898"/>
            <a:ext cx="26766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Fuel crisis video______3 min</a:t>
            </a:r>
          </a:p>
          <a:p>
            <a:r>
              <a:rPr lang="en-US" dirty="0"/>
              <a:t>Country wise report   </a:t>
            </a:r>
          </a:p>
          <a:p>
            <a:r>
              <a:rPr lang="en-US" dirty="0"/>
              <a:t>College video</a:t>
            </a:r>
            <a:r>
              <a:rPr lang="en-GB" dirty="0"/>
              <a:t> min 5-6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E18AC-D7A3-36C7-4D4B-6AD5F544571A}"/>
              </a:ext>
            </a:extLst>
          </p:cNvPr>
          <p:cNvSpPr txBox="1"/>
          <p:nvPr/>
        </p:nvSpPr>
        <p:spPr>
          <a:xfrm>
            <a:off x="9251476" y="3429000"/>
            <a:ext cx="2827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Realtime\</a:t>
            </a:r>
          </a:p>
          <a:p>
            <a:r>
              <a:rPr lang="en-US" dirty="0" err="1"/>
              <a:t>potrayal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9632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tial Circle 5">
            <a:extLst>
              <a:ext uri="{FF2B5EF4-FFF2-40B4-BE49-F238E27FC236}">
                <a16:creationId xmlns:a16="http://schemas.microsoft.com/office/drawing/2014/main" id="{9CD539A6-4BD0-BFB0-17B7-9A250996EC0B}"/>
              </a:ext>
            </a:extLst>
          </p:cNvPr>
          <p:cNvSpPr/>
          <p:nvPr/>
        </p:nvSpPr>
        <p:spPr>
          <a:xfrm>
            <a:off x="10127563" y="1968945"/>
            <a:ext cx="4114800" cy="3880773"/>
          </a:xfrm>
          <a:prstGeom prst="p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F4A54-A63C-3203-EA9C-8206EE57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2042623" cy="6599464"/>
          </a:xfrm>
        </p:spPr>
        <p:txBody>
          <a:bodyPr/>
          <a:lstStyle/>
          <a:p>
            <a:r>
              <a:rPr lang="en-US" dirty="0"/>
              <a:t>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296E-B31A-D06C-E539-891A7B8D6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F9F55-819F-34A5-63FF-0C30CEB89B85}"/>
              </a:ext>
            </a:extLst>
          </p:cNvPr>
          <p:cNvSpPr txBox="1"/>
          <p:nvPr/>
        </p:nvSpPr>
        <p:spPr>
          <a:xfrm>
            <a:off x="3924300" y="457200"/>
            <a:ext cx="3371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market potential threat</a:t>
            </a:r>
          </a:p>
          <a:p>
            <a:r>
              <a:rPr lang="en-US" dirty="0" err="1"/>
              <a:t>Potentional</a:t>
            </a:r>
            <a:r>
              <a:rPr lang="en-US" dirty="0"/>
              <a:t> threat to WW3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40C46-9872-449C-06A3-6D303771E60F}"/>
              </a:ext>
            </a:extLst>
          </p:cNvPr>
          <p:cNvSpPr txBox="1"/>
          <p:nvPr/>
        </p:nvSpPr>
        <p:spPr>
          <a:xfrm>
            <a:off x="10872268" y="3414198"/>
            <a:ext cx="489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19188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178</TotalTime>
  <Words>144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 INTRO(VIDEO)  2 MIN – VIDEO  3MIN –SPEAKER </vt:lpstr>
      <vt:lpstr> israels domination in middle east  </vt:lpstr>
      <vt:lpstr>The rise of iran israel     prologue______6 min    slide 12-14 slide]   3 clip video  ‘  </vt:lpstr>
      <vt:lpstr> iran-israel conflict and usa shadow hand</vt:lpstr>
      <vt:lpstr>causalities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gamer present</dc:creator>
  <cp:lastModifiedBy>gamer present</cp:lastModifiedBy>
  <cp:revision>1</cp:revision>
  <dcterms:created xsi:type="dcterms:W3CDTF">2026-08-23T05:42:36Z</dcterms:created>
  <dcterms:modified xsi:type="dcterms:W3CDTF">2026-08-23T08:40:43Z</dcterms:modified>
</cp:coreProperties>
</file>